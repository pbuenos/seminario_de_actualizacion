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40080"/>
            <a:ext cx="146304" cy="530352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875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Semáforo de reseñas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Aptos"/>
              </a:defRPr>
            </a:pPr>
            <a:r>
              <a:t>Clasificación de sentimiento en español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Aptos"/>
              </a:defRPr>
            </a:pPr>
            <a:r>
              <a:t>con modelos de lenguaje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4297680" cy="59436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187952"/>
            <a:ext cx="4023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4213D"/>
                </a:solidFill>
                <a:latin typeface="Aptos"/>
              </a:defRPr>
            </a:pPr>
            <a:r>
              <a:t>TP Integrador · resultados medidos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Pedro Bueno Pereyra · IFTS N.º 18 · 16/10/2026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1 · 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297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008C95"/>
                </a:solidFill>
                <a:latin typeface="Aptos"/>
              </a:defRPr>
            </a:pPr>
            <a: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Leer muchas reseñas una por una dificulta resumir la experiencia de clientes.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Objetivo: estimar si cada reseña es positiva, neutral o negativa.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Un modelo aprovecha contexto y negación mejor que reglas por palabras clave; aun así puede equivocarse.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29768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CA311"/>
                </a:solidFill>
                <a:latin typeface="Aptos"/>
              </a:defRPr>
            </a:pPr>
            <a:r>
              <a:t>Alcance responsable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48056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Clasificación, no generación de texto.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El puntaje no garantiza verdad.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Frases ambiguas, ironía y contexto pueden causar errores.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Muestra de evaluación pequeña y didáctica.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2 · Modelos y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2011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Cardiff XLM-R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8 idiomas, incluido español · POS/NEU/NEG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≈198 M tweets según la ficha · 1,04 GiB.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2011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RoBERTuito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7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Español · POS/NEU/NEG · TASS 2020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&gt;500 M tweets preentrenamiento · 415 MiB.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10789920" cy="196596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9476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CA311"/>
                </a:solidFill>
                <a:latin typeface="Aptos"/>
              </a:defRPr>
            </a:pPr>
            <a:r>
              <a:t>Resultados auténticos del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9966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Cardiff y RoBERTuito: 8/10 aciertos (80 %) cada uno.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Frase de prueba: etiqueta negative, puntaje 0,7448.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Tiempo: local 0,0593 s · Space 2,2485 s (incluye red).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Se despliega Cardiff por compatibilidad; la muestra no demuestra superioridad.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3 · Dónde viven el código y 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Aplicar un modelo ya entrenado a una entrada nueva para obtener una predicción.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Entrada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reseña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Render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API Gradio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HTTPS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HF Space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ZeroGPU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Clase +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puntaje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5F6B73"/>
                </a:solidFill>
                <a:latin typeface="Aptos"/>
              </a:defRPr>
            </a:pPr>
            <a:r>
              <a:t>El código vive en GitHub y Render ejecuta app.py; los pesos viven en Hugging Face.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149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Decisión: pipeline cargado ≈1,04 GiB; Render Free ≈512 MB RAM. La llamada remota medida fue 2,2485 s con gradio_client. InferenceClient no llama directamente a la API Gradio de esta Space ZeroGPU.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4 · Despliegue y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389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Por qué separar servicios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48056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Render es PaaS: despliega desde GitHub sin administrar el SO.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VPS: más control, más tareas de seguridad y mantenimiento.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Local: no da URL pública persistente ni servicio al apagar la PC.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Render Free duerme tras 15 min sin tráfico; al despertar tarda aprox. 1 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389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Evidencia de la app</a:t>
            </a:r>
          </a:p>
        </p:txBody>
      </p:sp>
      <p:pic>
        <p:nvPicPr>
          <p:cNvPr id="11" name="Picture 10" descr="app-resena-posi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4572000" cy="20665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434340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Prueba positiva: “la comida estaba rica”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Predicción: Positivo · puntaje: 83,4 %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Render: semaforo-de-resenas.onrender.com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5 · Capturas de la aplicación funcionando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6" name="Picture 5" descr="app-resena-neg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359152"/>
          </a:xfrm>
          <a:prstGeom prst="rect">
            <a:avLst/>
          </a:prstGeom>
        </p:spPr>
      </p:pic>
      <p:pic>
        <p:nvPicPr>
          <p:cNvPr id="7" name="Picture 6" descr="validacion-resena-va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359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02336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Reseña: “se tardaron en atenderme”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Resultado: Negativo · puntaje: 83,5 %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02336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Entrada vacía: la interfaz muestra el aviso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“Escribí una reseña antes de analizarla”.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6 · Errores reales y aprendizajes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89920" cy="2011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8C95"/>
                </a:solidFill>
                <a:latin typeface="Aptos"/>
              </a:defRPr>
            </a:pPr>
            <a:r>
              <a:t>Hugging Face Space: “No @spaces.GPU function detected during startup”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9966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ZeroGPU no detectaba el callback dentro de FastAPI. Se cambió a Gradio nativo y se conectó directamente el handler decorado con @spaces.GPU.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10789920" cy="21488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8C95"/>
                </a:solidFill>
                <a:latin typeface="Aptos"/>
              </a:defRPr>
            </a:pPr>
            <a:r>
              <a:t>Render: “When localhost is not accessible, a shareable link must be created”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9966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Gradio intentaba abrir localhost detrás del proxy. Se resolvió montando Gradio en FastAPI/Uvicorn, escuchando en 0.0.0.0 y en el puerto PORT, sin share=True.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7 · Límites y próximo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48056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CA311"/>
                </a:solidFill>
                <a:latin typeface="Aptos"/>
              </a:defRPr>
            </a:pPr>
            <a:r>
              <a:t>Límites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389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1.000 personas a la vez: no hay capacidad ni SLA garantizados.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Cola y cuota compartida ZeroGPU; Render Free duerme.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Cambios del plan gratis pueden requerir migración o pago.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El puntaje no es certeza ni debe decidir sobre personas.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4805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08C95"/>
                </a:solidFill>
                <a:latin typeface="Aptos"/>
              </a:defRPr>
            </a:pPr>
            <a:r>
              <a:t>Próximo paso para un producto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4389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Probar carga, poner límites y observabilidad, gestionar colas, revisar privacidad y presupuestar un endpoint escalable. Medir errores con más reseñas etiquetadas.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8 · Enlaces para probar y revisar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revisión final de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48056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CA311"/>
                </a:solidFill>
                <a:latin typeface="Aptos"/>
              </a:defRPr>
            </a:pPr>
            <a:r>
              <a:t>Enlaces para la defensa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38912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App Render: https://semaforo-de-resenas.onrender.com/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Space Hugging Face: https://huggingface.co/spaces/Pbueno467/TP-integrador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Repositorio: https://github.com/pbuenos/seminario_de_actualizacion/tree/main/TP_Integrador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4805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Antes de entregar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43891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Cardiff y RoBERTuito: 8/10 aciertos cada uno.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La app infiere; no entrena.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La asistencia de IA se declara en el informe.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
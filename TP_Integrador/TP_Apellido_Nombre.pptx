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40080"/>
            <a:ext cx="146304" cy="530352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Semáforo de reseñas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Clasificación de sentimiento en español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con modelos de lenguaje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4297680" cy="59436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187952"/>
            <a:ext cx="4023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4213D"/>
                </a:solidFill>
                <a:latin typeface="Aptos"/>
              </a:defRPr>
            </a:pPr>
            <a:r>
              <a:t>BORRADOR — falta validar y desplegar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Apellido, Nombre · IFTS N.º 18 · Fecha: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1 · 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297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008C95"/>
                </a:solidFill>
                <a:latin typeface="Aptos"/>
              </a:defRPr>
            </a:pPr>
            <a: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Leer muchas reseñas una por una dificulta resumir la experiencia de clientes.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Objetivo: recibir una frase y estimar su tono como positivo, neutral o negativo.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29768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FCA311"/>
                </a:solidFill>
                <a:latin typeface="Aptos"/>
              </a:defRPr>
            </a:pPr>
            <a:r>
              <a:t>Alcance responsable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48056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Clasificación, no generación de texto.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El puntaje no garantiza verdad.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Frases ambiguas, ironía y contexto pueden causar errores.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Muestra de evaluación pequeña y didáctica.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2 · Modelos y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2011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Cardiff XLM-R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Multilingüe; incluye español.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3 clases · pesos ≈ 1,11 GB.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20116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RoBERTuito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Orientado a español/redes sociales.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3 clases · pesos ≈ 435 MB.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10789920" cy="19659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9476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CA311"/>
                </a:solidFill>
                <a:latin typeface="Aptos"/>
              </a:defRPr>
            </a:pPr>
            <a:r>
              <a:t>Resultados auténticos del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9966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Cardiff: aciertos PENDIENTE/10 · tiempo PENDIENTE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RoBERTuito: aciertos PENDIENTE/10 · tiempo PENDIENTE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No afirmar cuál es mejor hasta ejecutar y revisar las diez frases.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3 · ¿Qué es inferir?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Aplicar un modelo ya entrenado a una entrada nueva para obtener una predicción.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Entrada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reseña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Render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gradio_client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HF Space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ZeroGPU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743200"/>
            <a:ext cx="1737360" cy="12801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88036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Clase +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puntaje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71800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149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F6B73"/>
                </a:solidFill>
                <a:latin typeface="Aptos"/>
              </a:defRPr>
            </a:pPr>
            <a:r>
              <a:t>UI/código: Render · inferencia y pesos: Space · notebook: compara pipeline y gradio_client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4 · Despliegue y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389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Por qué separar 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4805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Render publica la interfaz desde GitHub y configura secretos.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La Space aloja el modelo pesado y recibe la llamada de clasificación.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La opción gratuita puede dormir, tener cuota o latencia; verificar condiciones actuales.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389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Evidencia de la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148840"/>
            <a:ext cx="45720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468880"/>
            <a:ext cx="4023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F6B73"/>
                </a:solidFill>
                <a:latin typeface="Aptos"/>
              </a:defRPr>
            </a:pPr>
            <a:r>
              <a:t>INSERTAR CAPTURA REAL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5F6B73"/>
                </a:solidFill>
                <a:latin typeface="Aptos"/>
              </a:defRPr>
            </a:pPr>
            <a:r>
              <a:t>App publicada clasificando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5F6B73"/>
                </a:solidFill>
                <a:latin typeface="Aptos"/>
              </a:defRPr>
            </a:pPr>
            <a:r>
              <a:t>una reseña de prueba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006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t>Render: PENDIENTE · Space: 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5 · Errores y aprendizajes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13258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2704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IndentationError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27048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Causa: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Sangría incompleta en una edición.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27048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Resolución: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Corregir bloque y compilar.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515600" cy="13258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5584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8C95"/>
                </a:solidFill>
                <a:latin typeface="Aptos"/>
              </a:defRPr>
            </a:pPr>
            <a:r>
              <a:t>ModuleNotFoundError: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55848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Causa: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Unittest desde la raíz incorrecta.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355848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Resolución: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Ejecutar desde TP_Integrador.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F6B73"/>
                </a:solidFill>
                <a:latin typeface="Aptos"/>
              </a:defRPr>
            </a:pPr>
            <a:r>
              <a:t>Agregar fallas de inferencia o deploy solo si ocurrieron realmente.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4213D"/>
                </a:solidFill>
                <a:latin typeface="Aptos"/>
              </a:defRPr>
            </a:pPr>
            <a:r>
              <a:t>6 · Cierre, enlaces y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F6B73"/>
                </a:solidFill>
                <a:latin typeface="Aptos"/>
              </a:defRPr>
            </a:pPr>
            <a:r>
              <a:t>TP Integrador · BORRADOR · completar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F6B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4805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CA311"/>
                </a:solidFill>
                <a:latin typeface="Aptos"/>
              </a:defRPr>
            </a:pPr>
            <a:r>
              <a:t>Enlaces para la defensa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3891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App Render: PENDIENTE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Space Hugging Face: PENDIENTE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Repositorio/notebook: PENDIENTE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Captura: insertar evidencia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4805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Antes de entregar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3891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• Ejecutar notebook y revisar errores.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• Completar métricas y enlaces.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• Probar ambos servicios.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• Declarar el uso de IA según la materia.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• Reemplazar Apellido_Nombre.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